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56" r:id="rId2"/>
    <p:sldId id="262" r:id="rId3"/>
    <p:sldId id="258" r:id="rId4"/>
    <p:sldId id="259" r:id="rId5"/>
    <p:sldId id="264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EA609-E738-4BAE-87AD-98125B16B21F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7A305-0F26-45B4-A817-FF1719B228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0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FC72C-F4C1-614A-52BF-DDB7CEC1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1A86E3-C4EE-5FAC-1D63-8D02D6FCC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3EA13-8BAB-CCD9-97DE-BF6919FD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54C4-331D-45CF-B8C3-B0F4B00EDD30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5C9B68-1025-10EC-0896-40B2A3DC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5E2D3-51EE-2DE2-6C2E-EA69AA38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A2CE9-0CF9-09A5-9033-08EE1BE2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C6011B-1EBD-B635-E746-86820E4F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C4D1D-9999-0AC1-AC36-38B2642B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B43-E92E-4C3A-BECC-9B1708A860A6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6D8EE5-97A2-E988-0E41-17F26764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116AD-5F6A-F7E2-D324-514213E3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84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7C6E-B7CD-8252-E032-FB5D3A8E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8D77B-B39C-5AD2-3391-B7C5578EA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B2574A-E553-0FEA-9A8D-802EB9DD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9BE-33C4-4D25-AC14-E64A2D71DE0E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485D38-5938-3B4C-DB21-263ACAAA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0E3BA-E67E-321A-54C1-DB34F45D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68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2CD60-1E53-8B1D-67EF-81D1191E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5AB26-6F69-0A9A-7987-5F019AC69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72B3AD-84B2-B50B-431C-6DE3BFDD8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78826E-1746-C11E-81CE-309F64AC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18F90-BF1A-46C1-AF32-001F32139DBB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DFFD78-C689-6F4A-64F8-08E0E560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1496DC-EB75-AD4E-F7E1-C9960517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09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53708-49CB-5A85-71FC-E8783D88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A4C365-C287-7E1E-6FBD-57F460427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543834-5EFF-E2A3-7C7A-E380CFDF1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711C-42EF-9ACF-81E4-6020A4A97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0AF97B-98BF-3C5A-C965-3B48B092A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805A90-89FD-4C9B-162A-CFFD23B4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3A3F-2492-45AC-8F2F-F7377C614719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B7E614-5586-831A-504B-A61C80F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5CA2C6-32FE-DE18-E578-F06BDAAE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F130E-14E8-455E-A70B-9FF08205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9EAAFD-9A65-B1FF-FE8E-6991205B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41C0B-CDB7-4C9E-8584-914FBDED7451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F5854-5363-139D-A0C8-B8E65A5B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DB458D-1C9F-A267-D626-EC121E41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46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927272-3C57-6D07-92E9-2D8CAC75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1C94-1CAC-4A54-8FAA-75EE0E90274C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3955C9-9901-6191-2103-7DA9CEF9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033C39-E1BA-5651-D44F-60769ACE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8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14A68-C4A0-FD1E-A8DC-A0CCFE11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3A84B-6215-368F-7089-425749E7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36CABF-0338-5066-370E-2A278630D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1A61D0-090F-5B63-1BE8-4D5D3311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9D67-FC77-45E7-B2D3-523F6AFC5A47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4AE6D-D8F3-0BF2-3FB4-D6A3A05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138BEA-D016-A4E6-B623-97D14D20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4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4BAA5-4D34-509D-A9E4-902655B5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DDC90F-58A9-1848-5B6D-2B1A4608C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21A0C5-2EEF-CAE7-6082-F4A442DF2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F6A23A-5108-D412-09C7-BF05944F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CFA3-52F7-4E88-8EC8-FF890ACF6061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A7D40-7397-3086-5E1C-D968B868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40FA61-F4CB-E07B-BDF1-CC96D163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06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3F20C-5EE3-C911-8334-A51625B3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74D33A-0669-6C05-38CC-E3261DB1A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D76E7-68C8-6869-AA92-96AA4E70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CAAE-BF5A-4DAF-B09A-BA7AF480905F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4DE5E-4FCC-87A4-9F2D-E8C20D62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0DBF6-A082-A9B9-A4A1-D1BC2ED6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13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207E9E-0175-61E9-1F3C-179CD196E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A61898-6694-711B-BE48-978743942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ED916-5B52-BDD7-4AF4-614B4B86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1A5E-F31B-49CE-AE73-5453EFBAEB98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D3F829-1EA9-0568-C08F-1CAE91A9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7998A-4D6A-C536-218C-1D1FAA5F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0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9B7BED-F43F-B629-A880-8A054089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BD8349-6D43-4CBB-10EF-C8421397B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619373-CEE7-8D7D-1C6D-2EF208E6B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97B16-6CE0-4FBA-BFA8-B6A1034B4AE2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36D10-A372-EFA7-F667-2F6537B36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4E928-F916-7901-9516-EC9A04E66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1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C2E64-43DB-B8BB-EB85-146E2C957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1508" y="2181773"/>
            <a:ext cx="7608983" cy="1405741"/>
          </a:xfrm>
        </p:spPr>
        <p:txBody>
          <a:bodyPr>
            <a:normAutofit/>
          </a:bodyPr>
          <a:lstStyle/>
          <a:p>
            <a:r>
              <a:rPr lang="en-US" altLang="ko-KR" b="1" dirty="0"/>
              <a:t>Variational</a:t>
            </a:r>
            <a:r>
              <a:rPr lang="ko-KR" altLang="en-US" b="1" dirty="0"/>
              <a:t> </a:t>
            </a:r>
            <a:r>
              <a:rPr lang="en-US" altLang="ko-KR" b="1" dirty="0"/>
              <a:t>AE 1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1D865D-CC65-4BAE-0EC0-CB1F322DF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0048" y="5989638"/>
            <a:ext cx="2937831" cy="36403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세종대학교 고승호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99B88-D97A-1148-0E05-0B79B704F745}"/>
              </a:ext>
            </a:extLst>
          </p:cNvPr>
          <p:cNvSpPr txBox="1"/>
          <p:nvPr/>
        </p:nvSpPr>
        <p:spPr>
          <a:xfrm>
            <a:off x="3890961" y="3911413"/>
            <a:ext cx="4410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/>
              <a:t>Deep Learning 36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5494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D7836-D314-EA5A-3E86-6833F7D0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45FF2D-B9FD-5479-6B43-998D0F77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4EA645B9-9335-DABD-94CA-B743388F6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4239546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D2EFB-D310-F35D-4529-2CB7E656B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91AA5A-78A7-5509-6F3E-4BE78B549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9C6495-860F-B718-D597-49695AA70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9780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2. AE</a:t>
            </a:r>
            <a:r>
              <a:rPr lang="ko-KR" altLang="en-US" dirty="0"/>
              <a:t>의 </a:t>
            </a:r>
            <a:r>
              <a:rPr lang="en-US" altLang="ko-KR" dirty="0"/>
              <a:t>Latent vector </a:t>
            </a:r>
            <a:r>
              <a:rPr lang="ko-KR" altLang="en-US" dirty="0"/>
              <a:t>변화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 Regularity </a:t>
            </a:r>
            <a:r>
              <a:rPr lang="ko-KR" altLang="en-US" dirty="0"/>
              <a:t>문제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95205ED-5EEF-E377-5A99-B591BE297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254" y="3548447"/>
            <a:ext cx="6039693" cy="16004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8438B5-3996-D74A-9099-A887605C6D0F}"/>
              </a:ext>
            </a:extLst>
          </p:cNvPr>
          <p:cNvSpPr txBox="1"/>
          <p:nvPr/>
        </p:nvSpPr>
        <p:spPr>
          <a:xfrm>
            <a:off x="838200" y="785525"/>
            <a:ext cx="5197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Generative model</a:t>
            </a:r>
            <a:endParaRPr lang="ko-KR" altLang="en-US" sz="3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0AE5291-3BDB-17DA-4F29-2CFEDE2AC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37734"/>
            <a:ext cx="4591793" cy="1411136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C33D0D1-35FB-072C-C201-5B09A8F7C4B9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1. </a:t>
            </a:r>
            <a:r>
              <a:rPr lang="en-US" altLang="ko-KR" dirty="0" err="1"/>
              <a:t>Imput</a:t>
            </a:r>
            <a:r>
              <a:rPr lang="en-US" altLang="ko-KR" dirty="0"/>
              <a:t> data </a:t>
            </a:r>
            <a:r>
              <a:rPr lang="ko-KR" altLang="en-US" dirty="0"/>
              <a:t>변화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: data augmentation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6D0221-2556-8BEE-59E4-B61CED5CE77C}"/>
              </a:ext>
            </a:extLst>
          </p:cNvPr>
          <p:cNvSpPr txBox="1"/>
          <p:nvPr/>
        </p:nvSpPr>
        <p:spPr>
          <a:xfrm>
            <a:off x="8923454" y="4614958"/>
            <a:ext cx="5519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0.45</a:t>
            </a:r>
            <a:endParaRPr lang="ko-KR" altLang="en-US" sz="1400" dirty="0">
              <a:solidFill>
                <a:schemeClr val="tx2">
                  <a:lumMod val="50000"/>
                  <a:lumOff val="50000"/>
                </a:schemeClr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8570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EE5BD-FF52-FE7C-30DD-676F5DFD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7BC82F-0414-08D6-D5FA-801F302E6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8EE8725-B5A4-9266-0B74-6A40F2B62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3738296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1AD75-51F8-208D-AC07-F34659B98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14D3EF-2CAE-E0B5-F181-C30E8FC7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E7184040-7EC4-7E55-5BE7-9000D4ADD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1616018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</TotalTime>
  <Words>33</Words>
  <Application>Microsoft Office PowerPoint</Application>
  <PresentationFormat>와이드스크린</PresentationFormat>
  <Paragraphs>13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Variational AE 1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고승호</dc:creator>
  <cp:lastModifiedBy>고승호</cp:lastModifiedBy>
  <cp:revision>29</cp:revision>
  <dcterms:created xsi:type="dcterms:W3CDTF">2025-03-09T02:43:38Z</dcterms:created>
  <dcterms:modified xsi:type="dcterms:W3CDTF">2025-11-30T10:37:55Z</dcterms:modified>
</cp:coreProperties>
</file>