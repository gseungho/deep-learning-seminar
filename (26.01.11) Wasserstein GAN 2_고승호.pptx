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9" r:id="rId4"/>
    <p:sldId id="266" r:id="rId5"/>
    <p:sldId id="264" r:id="rId6"/>
    <p:sldId id="265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508" y="2181773"/>
            <a:ext cx="7608983" cy="1405741"/>
          </a:xfrm>
        </p:spPr>
        <p:txBody>
          <a:bodyPr>
            <a:normAutofit/>
          </a:bodyPr>
          <a:lstStyle/>
          <a:p>
            <a:r>
              <a:rPr lang="en-US" altLang="ko-KR" b="1" dirty="0"/>
              <a:t>Wasserstein GAN 2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890961" y="3911413"/>
            <a:ext cx="4410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/>
              <a:t>Deep Learning 44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D7836-D314-EA5A-3E86-6833F7D0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45FF2D-B9FD-5479-6B43-998D0F77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EA645B9-9335-DABD-94CA-B743388F6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23954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E5BD-FF52-FE7C-30DD-676F5DFD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7BC82F-0414-08D6-D5FA-801F302E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8EE8725-B5A4-9266-0B74-6A40F2B62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738296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C566-7964-D5DC-936E-3CCC7679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C65979-B1D7-BBEF-D138-A281A45B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A930CE31-7BF8-7DF6-2A73-0038EFD52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084266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AD75-51F8-208D-AC07-F34659B9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4D3EF-2CAE-E0B5-F181-C30E8FC7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E7184040-7EC4-7E55-5BE7-9000D4ADD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61601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0C0C-A9E0-FBC7-ADB6-550EC52E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BAEAE-384C-04F8-7B23-5E5F072E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CCC03550-C7F4-6E84-FF93-DD1E41A72C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07524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13</Words>
  <Application>Microsoft Office PowerPoint</Application>
  <PresentationFormat>와이드스크린</PresentationFormat>
  <Paragraphs>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Wasserstein GAN 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33</cp:revision>
  <dcterms:created xsi:type="dcterms:W3CDTF">2025-03-09T02:43:38Z</dcterms:created>
  <dcterms:modified xsi:type="dcterms:W3CDTF">2026-01-11T10:39:19Z</dcterms:modified>
</cp:coreProperties>
</file>