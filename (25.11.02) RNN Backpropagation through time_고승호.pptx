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4" r:id="rId4"/>
    <p:sldId id="258" r:id="rId5"/>
    <p:sldId id="259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RNN Backpropagation through time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Deep Learning 28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7836-D314-EA5A-3E86-6833F7D0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45FF2D-B9FD-5479-6B43-998D0F77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EA645B9-9335-DABD-94CA-B743388F6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23954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E49A4-0696-2BEF-FB64-550BC8D1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BE9E8-621D-6BAB-0E90-5DD43B48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80744FA3-11A1-1949-7E85-E0F56BB20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5455177" cy="3068537"/>
          </a:xfrm>
        </p:spPr>
      </p:pic>
      <p:pic>
        <p:nvPicPr>
          <p:cNvPr id="3" name="그림 2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89FFD7-3B7C-830E-8374-362A47A04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616" y="461797"/>
            <a:ext cx="4754071" cy="3327850"/>
          </a:xfrm>
          <a:prstGeom prst="rect">
            <a:avLst/>
          </a:prstGeom>
        </p:spPr>
      </p:pic>
      <p:pic>
        <p:nvPicPr>
          <p:cNvPr id="6" name="그림 5" descr="텍스트, 폰트, 스크린샷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653F63-54C0-75B2-B2AF-0D52A0AF4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04" y="3907604"/>
            <a:ext cx="9231732" cy="217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30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D2EFB-D310-F35D-4529-2CB7E656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91AA5A-78A7-5509-6F3E-4BE78B549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8D68668F-CEF5-594B-C562-AE7CC80E8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585705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E5BD-FF52-FE7C-30DD-676F5DFD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BC82F-0414-08D6-D5FA-801F302E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8EE8725-B5A4-9266-0B74-6A40F2B62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738296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9508A-BC0E-8108-E606-1A999E367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AA60A-ADC8-444E-F2B9-74E5368E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92042578-5417-39D4-BBFC-7DE0EA84D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9015" y="748624"/>
            <a:ext cx="7361710" cy="4461616"/>
          </a:xfrm>
        </p:spPr>
      </p:pic>
    </p:spTree>
    <p:extLst>
      <p:ext uri="{BB962C8B-B14F-4D97-AF65-F5344CB8AC3E}">
        <p14:creationId xmlns:p14="http://schemas.microsoft.com/office/powerpoint/2010/main" val="738748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14</Words>
  <Application>Microsoft Office PowerPoint</Application>
  <PresentationFormat>와이드스크린</PresentationFormat>
  <Paragraphs>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RNN Backpropagation through time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24</cp:revision>
  <dcterms:created xsi:type="dcterms:W3CDTF">2025-03-09T02:43:38Z</dcterms:created>
  <dcterms:modified xsi:type="dcterms:W3CDTF">2025-11-02T09:53:01Z</dcterms:modified>
</cp:coreProperties>
</file>