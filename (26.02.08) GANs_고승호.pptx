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59" r:id="rId4"/>
    <p:sldId id="266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1953" y="2181773"/>
            <a:ext cx="8448089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GANs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558464" y="3911413"/>
            <a:ext cx="5075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Stanford CS236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en-US" altLang="ko-KR" sz="3200" dirty="0"/>
              <a:t>Deep</a:t>
            </a:r>
            <a:r>
              <a:rPr lang="ko-KR" altLang="en-US" sz="3200" dirty="0"/>
              <a:t> </a:t>
            </a:r>
            <a:r>
              <a:rPr lang="en-US" altLang="ko-KR" sz="3200" dirty="0"/>
              <a:t>Generative</a:t>
            </a:r>
            <a:r>
              <a:rPr lang="ko-KR" altLang="en-US" sz="3200" dirty="0"/>
              <a:t> </a:t>
            </a:r>
            <a:r>
              <a:rPr lang="en-US" altLang="ko-KR" sz="3200" dirty="0"/>
              <a:t>Models </a:t>
            </a:r>
            <a:r>
              <a:rPr lang="en-US" altLang="ko-KR" sz="3200"/>
              <a:t>Lecture 9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566-7964-D5DC-936E-3CCC7679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65979-B1D7-BBEF-D138-A281A45B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930CE31-7BF8-7DF6-2A73-0038EFD5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08426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0C0C-A9E0-FBC7-ADB6-550EC52E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AEAE-384C-04F8-7B23-5E5F072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CC03550-C7F4-6E84-FF93-DD1E41A7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0752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3762-3CDF-121B-84EA-DC8898E9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2A263-299E-1810-CFBC-10E38241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36387283-E193-56F5-F621-E2DEB7AEC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2199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D41B-B7C9-B189-4568-B02C35E2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38D46-B01C-7852-D4C6-80A1C054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39FA43E-7F5D-F91D-D64E-7D6C66910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67383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EC1B-8EFC-F4B2-BC05-3364344F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7060EF-5B61-2467-5FD5-4A44A386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D4CA9DF-065D-96CE-149C-D5D2870D1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58312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C38B-99B9-18DC-C9C4-B6BE1B1F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80A39-4262-9FE0-B787-882D82C4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AD75DB4-7792-A1A2-0ADF-8085B75FE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932503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822E-EB53-1768-9770-499C0AED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AF13E-D1C5-286A-9CEE-6C8C8570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E527F17-C245-A721-B111-DAB0E0C41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6457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CA6A-1DD1-068D-BD67-2D640776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ED38B-9A18-CAE2-55E8-AC7E337E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0947188-C46C-F5CB-B9FB-735428488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2995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8764-A423-180F-9572-B75DFE80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279CD-99FE-771B-8D27-041B1B6C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DB12189-52D7-C467-EE7C-71E6FED23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7598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2049D-68ED-B109-321E-639F816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A4D2F-45D0-136C-DA82-3C0C1DAC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1229191-0114-5908-C570-449DAF9C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432705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8640-A803-FEE6-13C1-2F0ABF79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4CD5A-0537-AFF9-3F2F-5A345D9A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B1485F1-E636-3885-F900-8D6046E2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9824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F20F-13C2-F271-3555-F22638DC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0E123-2645-1BFF-E064-A507FB70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654DC2A-4602-F78F-CB65-371B0A514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81373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ED6C-62A2-9273-095F-D09421D4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FB377-99E3-CEA7-2FD4-F2DA294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0B2455A-BF1F-826D-1B94-2BF36E8E8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1611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D297-1092-517E-2138-9218725C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A4282-231E-B639-C105-B8B155B3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29524EB5-D799-4970-7DB4-64F061E34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13213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B31-C7F1-C25C-78E3-94808BA2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7B7FB-EED9-4682-586A-5E2EF72A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990FA9-D0FE-3288-5DB5-EEBA3BEAA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521676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0004-E8C6-0F00-BDB4-D9E55F75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2EEFD-59FF-DE9D-E122-77E42FA4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BEB07FA-17AC-BBAC-C7AB-EEFD75191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277575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23F8A-CC76-0FE7-5EDA-67F46217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4FBF1-B19E-9A54-A91D-0B3294DC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BDF8ABE7-BF0B-D117-7BDC-98D5EF6C9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047447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573D-4717-89C6-3443-BBCF3F97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4017C-22C1-B106-12C0-A4CFD2E9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206FFD4-D75E-8A5E-1B7F-4679CCAFE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401840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D543-5512-90FA-9217-017FDF08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17CE29-F261-1545-CFA8-93ADB096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6322DA5-987F-D85E-AFBF-87AAA1C8D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14047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8E63-2F0E-77FA-698C-EDAA7638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65C7D-2ED0-4A29-6879-3C039D9E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D546397-D994-D1E8-F0CC-B9A608A20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63584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33</Words>
  <Application>Microsoft Office PowerPoint</Application>
  <PresentationFormat>와이드스크린</PresentationFormat>
  <Paragraphs>27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GANs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42</cp:revision>
  <dcterms:created xsi:type="dcterms:W3CDTF">2025-03-09T02:43:38Z</dcterms:created>
  <dcterms:modified xsi:type="dcterms:W3CDTF">2026-02-08T09:27:21Z</dcterms:modified>
</cp:coreProperties>
</file>