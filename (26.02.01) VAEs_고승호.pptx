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56" r:id="rId2"/>
    <p:sldId id="262" r:id="rId3"/>
    <p:sldId id="259" r:id="rId4"/>
    <p:sldId id="266" r:id="rId5"/>
    <p:sldId id="264" r:id="rId6"/>
    <p:sldId id="280" r:id="rId7"/>
    <p:sldId id="265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EA609-E738-4BAE-87AD-98125B16B21F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7A305-0F26-45B4-A817-FF1719B228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04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FC72C-F4C1-614A-52BF-DDB7CEC10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1A86E3-C4EE-5FAC-1D63-8D02D6FCC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53EA13-8BAB-CCD9-97DE-BF6919FDA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54C4-331D-45CF-B8C3-B0F4B00EDD30}" type="datetime1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5C9B68-1025-10EC-0896-40B2A3DC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35E2D3-51EE-2DE2-6C2E-EA69AA38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A2CE9-0CF9-09A5-9033-08EE1BE25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C6011B-1EBD-B635-E746-86820E4F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0C4D1D-9999-0AC1-AC36-38B2642B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B43-E92E-4C3A-BECC-9B1708A860A6}" type="datetime1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6D8EE5-97A2-E988-0E41-17F26764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A116AD-5F6A-F7E2-D324-514213E3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84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17C6E-B7CD-8252-E032-FB5D3A8E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8D77B-B39C-5AD2-3391-B7C5578EA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B2574A-E553-0FEA-9A8D-802EB9DD4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9BE-33C4-4D25-AC14-E64A2D71DE0E}" type="datetime1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485D38-5938-3B4C-DB21-263ACAAA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90E3BA-E67E-321A-54C1-DB34F45D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68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2CD60-1E53-8B1D-67EF-81D1191E8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55AB26-6F69-0A9A-7987-5F019AC69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72B3AD-84B2-B50B-431C-6DE3BFDD8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78826E-1746-C11E-81CE-309F64AC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18F90-BF1A-46C1-AF32-001F32139DBB}" type="datetime1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DFFD78-C689-6F4A-64F8-08E0E560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1496DC-EB75-AD4E-F7E1-C9960517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096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53708-49CB-5A85-71FC-E8783D88E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A4C365-C287-7E1E-6FBD-57F460427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543834-5EFF-E2A3-7C7A-E380CFDF1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73711C-42EF-9ACF-81E4-6020A4A97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0AF97B-98BF-3C5A-C965-3B48B092A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805A90-89FD-4C9B-162A-CFFD23B4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3A3F-2492-45AC-8F2F-F7377C614719}" type="datetime1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B7E614-5586-831A-504B-A61C80F8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5CA2C6-32FE-DE18-E578-F06BDAAE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1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F130E-14E8-455E-A70B-9FF08205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9EAAFD-9A65-B1FF-FE8E-6991205B5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41C0B-CDB7-4C9E-8584-914FBDED7451}" type="datetime1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FF5854-5363-139D-A0C8-B8E65A5B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DB458D-1C9F-A267-D626-EC121E41F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465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927272-3C57-6D07-92E9-2D8CAC756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1C94-1CAC-4A54-8FAA-75EE0E90274C}" type="datetime1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03955C9-9901-6191-2103-7DA9CEF9F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033C39-E1BA-5651-D44F-60769ACE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8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14A68-C4A0-FD1E-A8DC-A0CCFE11D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3A84B-6215-368F-7089-425749E7B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36CABF-0338-5066-370E-2A278630D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1A61D0-090F-5B63-1BE8-4D5D3311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9D67-FC77-45E7-B2D3-523F6AFC5A47}" type="datetime1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A4AE6D-D8F3-0BF2-3FB4-D6A3A05B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138BEA-D016-A4E6-B623-97D14D20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4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4BAA5-4D34-509D-A9E4-902655B58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DDC90F-58A9-1848-5B6D-2B1A4608C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21A0C5-2EEF-CAE7-6082-F4A442DF2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F6A23A-5108-D412-09C7-BF05944FC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7CFA3-52F7-4E88-8EC8-FF890ACF6061}" type="datetime1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A7D40-7397-3086-5E1C-D968B8682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40FA61-F4CB-E07B-BDF1-CC96D163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065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3F20C-5EE3-C911-8334-A51625B39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74D33A-0669-6C05-38CC-E3261DB1A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7D76E7-68C8-6869-AA92-96AA4E70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CAAE-BF5A-4DAF-B09A-BA7AF480905F}" type="datetime1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64DE5E-4FCC-87A4-9F2D-E8C20D62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B0DBF6-A082-A9B9-A4A1-D1BC2ED6F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13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207E9E-0175-61E9-1F3C-179CD196E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A61898-6694-711B-BE48-978743942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ED916-5B52-BDD7-4AF4-614B4B86C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1A5E-F31B-49CE-AE73-5453EFBAEB98}" type="datetime1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D3F829-1EA9-0568-C08F-1CAE91A9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77998A-4D6A-C536-218C-1D1FAA5F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03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9B7BED-F43F-B629-A880-8A0540899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BD8349-6D43-4CBB-10EF-C8421397B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619373-CEE7-8D7D-1C6D-2EF208E6B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97B16-6CE0-4FBA-BFA8-B6A1034B4AE2}" type="datetime1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36D10-A372-EFA7-F667-2F6537B36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E4E928-F916-7901-9516-EC9A04E66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81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C2E64-43DB-B8BB-EB85-146E2C957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1953" y="2181773"/>
            <a:ext cx="8448089" cy="1405741"/>
          </a:xfrm>
        </p:spPr>
        <p:txBody>
          <a:bodyPr>
            <a:normAutofit/>
          </a:bodyPr>
          <a:lstStyle/>
          <a:p>
            <a:r>
              <a:rPr lang="en-US" altLang="ko-KR" b="1" dirty="0"/>
              <a:t>VAEs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1D865D-CC65-4BAE-0EC0-CB1F322DF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40048" y="5989638"/>
            <a:ext cx="2937831" cy="364034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세종대학교 고승호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499B88-D97A-1148-0E05-0B79B704F745}"/>
              </a:ext>
            </a:extLst>
          </p:cNvPr>
          <p:cNvSpPr txBox="1"/>
          <p:nvPr/>
        </p:nvSpPr>
        <p:spPr>
          <a:xfrm>
            <a:off x="3558464" y="3911413"/>
            <a:ext cx="50750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/>
              <a:t>Stanford CS236</a:t>
            </a:r>
            <a:r>
              <a:rPr lang="ko-KR" altLang="en-US" sz="3200" dirty="0"/>
              <a:t> </a:t>
            </a:r>
            <a:endParaRPr lang="en-US" altLang="ko-KR" sz="3200" dirty="0"/>
          </a:p>
          <a:p>
            <a:pPr algn="ctr"/>
            <a:r>
              <a:rPr lang="en-US" altLang="ko-KR" sz="3200" dirty="0"/>
              <a:t>Deep</a:t>
            </a:r>
            <a:r>
              <a:rPr lang="ko-KR" altLang="en-US" sz="3200" dirty="0"/>
              <a:t> </a:t>
            </a:r>
            <a:r>
              <a:rPr lang="en-US" altLang="ko-KR" sz="3200" dirty="0"/>
              <a:t>Generative</a:t>
            </a:r>
            <a:r>
              <a:rPr lang="ko-KR" altLang="en-US" sz="3200" dirty="0"/>
              <a:t> </a:t>
            </a:r>
            <a:r>
              <a:rPr lang="en-US" altLang="ko-KR" sz="3200" dirty="0"/>
              <a:t>Models Lecture 6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454944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D7836-D314-EA5A-3E86-6833F7D0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45FF2D-B9FD-5479-6B43-998D0F77E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4EA645B9-9335-DABD-94CA-B743388F6B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4239546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EE5BD-FF52-FE7C-30DD-676F5DFD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7BC82F-0414-08D6-D5FA-801F302E6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08EE8725-B5A4-9266-0B74-6A40F2B62D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3738296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7C566-7964-D5DC-936E-3CCC76798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C65979-B1D7-BBEF-D138-A281A45B1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A930CE31-7BF8-7DF6-2A73-0038EFD521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4084266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1AD75-51F8-208D-AC07-F34659B98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14D3EF-2CAE-E0B5-F181-C30E8FC7B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E7184040-7EC4-7E55-5BE7-9000D4ADD2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1616018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 descr="폰트, 텍스트, 화이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3434BA-28F1-E1C8-BAB5-DF781B56F6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390" y="496648"/>
            <a:ext cx="5449060" cy="800212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2F31AE-5DC6-B51B-1C71-549015785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8" name="그림 7" descr="폰트, 화이트, 타이포그래피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EE7211-C464-6DC2-64EE-BCCF5136F5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390" y="1285817"/>
            <a:ext cx="5020376" cy="800212"/>
          </a:xfrm>
          <a:prstGeom prst="rect">
            <a:avLst/>
          </a:prstGeom>
        </p:spPr>
      </p:pic>
      <p:pic>
        <p:nvPicPr>
          <p:cNvPr id="10" name="그림 9" descr="폰트, 친필, 화이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D9B53-5296-90AF-3039-D1EB099D6C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390" y="2775272"/>
            <a:ext cx="2762636" cy="876422"/>
          </a:xfrm>
          <a:prstGeom prst="rect">
            <a:avLst/>
          </a:prstGeom>
        </p:spPr>
      </p:pic>
      <p:pic>
        <p:nvPicPr>
          <p:cNvPr id="12" name="그림 11" descr="폰트, 텍스트, 타이포그래피, 서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D7A3BD-2895-F92E-5E7B-50E7B44249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864" y="3806665"/>
            <a:ext cx="5029902" cy="657317"/>
          </a:xfrm>
          <a:prstGeom prst="rect">
            <a:avLst/>
          </a:prstGeom>
        </p:spPr>
      </p:pic>
      <p:pic>
        <p:nvPicPr>
          <p:cNvPr id="14" name="그림 13" descr="텍스트, 폰트, 화이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A4F2E9-5122-C15D-5820-AB3208FA2B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450" y="766062"/>
            <a:ext cx="5553850" cy="2486372"/>
          </a:xfrm>
          <a:prstGeom prst="rect">
            <a:avLst/>
          </a:prstGeom>
        </p:spPr>
      </p:pic>
      <p:pic>
        <p:nvPicPr>
          <p:cNvPr id="16" name="그림 15" descr="폰트, 텍스트, 화이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84BE1E-AB93-89E0-61F6-5E63996D72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413" y="3284930"/>
            <a:ext cx="3934374" cy="733527"/>
          </a:xfrm>
          <a:prstGeom prst="rect">
            <a:avLst/>
          </a:prstGeom>
        </p:spPr>
      </p:pic>
      <p:pic>
        <p:nvPicPr>
          <p:cNvPr id="18" name="그림 17" descr="텍스트, 폰트, 화이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857BA2-5F1F-59CD-B6B5-D91DBE20624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205" y="4973070"/>
            <a:ext cx="7087589" cy="1476581"/>
          </a:xfrm>
          <a:prstGeom prst="rect">
            <a:avLst/>
          </a:prstGeom>
          <a:ln w="222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85824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A0C0C-A9E0-FBC7-ADB6-550EC52EE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7BAEAE-384C-04F8-7B23-5E5F072E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CCC03550-C7F4-6E84-FF93-DD1E41A72C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07524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C3762-3CDF-121B-84EA-DC8898E96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D2A263-299E-1810-CFBC-10E382411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36387283-E193-56F5-F621-E2DEB7AEC0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4221998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6D41B-B7C9-B189-4568-B02C35E29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A38D46-B01C-7852-D4C6-80A1C0541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D39FA43E-7F5D-F91D-D64E-7D6C669107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673838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EC1B-8EFC-F4B2-BC05-3364344FD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7060EF-5B61-2467-5FD5-4A44A386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0D4CA9DF-065D-96CE-149C-D5D2870D1F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1583125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7C38B-99B9-18DC-C9C4-B6BE1B1FB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680A39-4262-9FE0-B787-882D82C4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0AD75DB4-7792-A1A2-0ADF-8085B75FE8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932503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4822E-EB53-1768-9770-499C0AED9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AAF13E-D1C5-286A-9CEE-6C8C8570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0E527F17-C245-A721-B111-DAB0E0C410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264574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2CA6A-1DD1-068D-BD67-2D6407763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4ED38B-9A18-CAE2-55E8-AC7E337EC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F0947188-C46C-F5CB-B9FB-7354284886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229958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E8764-A423-180F-9572-B75DFE80C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5279CD-99FE-771B-8D27-041B1B6C2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DDB12189-52D7-C467-EE7C-71E6FED23B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675981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2049D-68ED-B109-321E-639F816F4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2A4D2F-45D0-136C-DA82-3C0C1DACD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71229191-0114-5908-C570-449DAF9C9E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432705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C8640-A803-FEE6-13C1-2F0ABF79A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44CD5A-0537-AFF9-3F2F-5A345D9A7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4B1485F1-E636-3885-F900-8D6046E2F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598246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7F20F-13C2-F271-3555-F22638DC6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90E123-2645-1BFF-E064-A507FB707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4654DC2A-4602-F78F-CB65-371B0A5142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581373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7ED6C-62A2-9273-095F-D09421D48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7FB377-99E3-CEA7-2FD4-F2DA29464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50B2455A-BF1F-826D-1B94-2BF36E8E88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21611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9D297-1092-517E-2138-9218725C8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8A4282-231E-B639-C105-B8B155B36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29524EB5-D799-4970-7DB4-64F061E34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613213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6B31-C7F1-C25C-78E3-94808BA27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47B7FB-EED9-4682-586A-5E2EF72A0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4E990FA9-D0FE-3288-5DB5-EEBA3BEAA2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3521676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1279</TotalTime>
  <Words>29</Words>
  <Application>Microsoft Office PowerPoint</Application>
  <PresentationFormat>와이드스크린</PresentationFormat>
  <Paragraphs>23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VAEs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고승호</dc:creator>
  <cp:lastModifiedBy>고승호</cp:lastModifiedBy>
  <cp:revision>40</cp:revision>
  <dcterms:created xsi:type="dcterms:W3CDTF">2025-03-09T02:43:38Z</dcterms:created>
  <dcterms:modified xsi:type="dcterms:W3CDTF">2026-02-01T09:12:58Z</dcterms:modified>
</cp:coreProperties>
</file>