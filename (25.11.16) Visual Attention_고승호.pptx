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64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en-US" altLang="ko-KR" b="1" dirty="0"/>
              <a:t>Visual Attention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Deep Learning 32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836-D314-EA5A-3E86-6833F7D0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5FF2D-B9FD-5479-6B43-998D0F77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A645B9-9335-DABD-94CA-B743388F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395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2EFB-D310-F35D-4529-2CB7E656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1AA5A-78A7-5509-6F3E-4BE78B54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8D68668F-CEF5-594B-C562-AE7CC80E8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585705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BD-FF52-FE7C-30DD-676F5DFD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BC82F-0414-08D6-D5FA-801F302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8EE8725-B5A4-9266-0B74-6A40F2B6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3829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AD75-51F8-208D-AC07-F34659B9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D3EF-2CAE-E0B5-F181-C30E8FC7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7184040-7EC4-7E55-5BE7-9000D4ADD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61601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0EB3A-2568-176C-87F7-908483B92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F57F15-B544-A9A9-66F3-B74B8D1E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72846172-4F43-AE32-A9C7-891251845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43429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12</Words>
  <Application>Microsoft Office PowerPoint</Application>
  <PresentationFormat>와이드스크린</PresentationFormat>
  <Paragraphs>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Visual Attention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26</cp:revision>
  <dcterms:created xsi:type="dcterms:W3CDTF">2025-03-09T02:43:38Z</dcterms:created>
  <dcterms:modified xsi:type="dcterms:W3CDTF">2025-11-16T10:04:26Z</dcterms:modified>
</cp:coreProperties>
</file>