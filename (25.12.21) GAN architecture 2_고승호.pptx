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9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en-US" altLang="ko-KR" b="1" dirty="0"/>
              <a:t>GAN architecture 2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Deep Learning 39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0C0C-A9E0-FBC7-ADB6-550EC52E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AEAE-384C-04F8-7B23-5E5F072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CC03550-C7F4-6E84-FF93-DD1E41A7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0752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125A-3E71-AC79-ACAA-BE9798B7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B0DEB-67CA-7610-0BA0-D191AF73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673149AE-4981-F144-5AE8-993A845DE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62962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366C-1FFB-8A1F-6E88-85FE8F02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69A6E8-3718-5140-2C75-B4F8D3DE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3222A9E7-A3CB-D3A2-B2BA-66479EB23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8018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6DB0B-B70F-05B7-C8AC-15EBA6D8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11CE48-0712-D0E4-99ED-1C508DC6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06B7FCC-923C-AA36-C71B-F49162BFB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1166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15</Words>
  <Application>Microsoft Office PowerPoint</Application>
  <PresentationFormat>와이드스크린</PresentationFormat>
  <Paragraphs>10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GAN architecture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31</cp:revision>
  <dcterms:created xsi:type="dcterms:W3CDTF">2025-03-09T02:43:38Z</dcterms:created>
  <dcterms:modified xsi:type="dcterms:W3CDTF">2025-12-21T10:12:23Z</dcterms:modified>
</cp:coreProperties>
</file>