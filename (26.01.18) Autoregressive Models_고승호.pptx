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62" r:id="rId3"/>
    <p:sldId id="259" r:id="rId4"/>
    <p:sldId id="266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" y="1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1953" y="2181773"/>
            <a:ext cx="8448089" cy="1405741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Autoregressive Models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558464" y="3911413"/>
            <a:ext cx="50750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Stanford CS236</a:t>
            </a:r>
            <a:r>
              <a:rPr lang="ko-KR" altLang="en-US" sz="3200" dirty="0"/>
              <a:t> </a:t>
            </a:r>
            <a:endParaRPr lang="en-US" altLang="ko-KR" sz="3200" dirty="0"/>
          </a:p>
          <a:p>
            <a:pPr algn="ctr"/>
            <a:r>
              <a:rPr lang="en-US" altLang="ko-KR" sz="3200" dirty="0"/>
              <a:t>Deep</a:t>
            </a:r>
            <a:r>
              <a:rPr lang="ko-KR" altLang="en-US" sz="3200" dirty="0"/>
              <a:t> </a:t>
            </a:r>
            <a:r>
              <a:rPr lang="en-US" altLang="ko-KR" sz="3200" dirty="0"/>
              <a:t>Generative</a:t>
            </a:r>
            <a:r>
              <a:rPr lang="ko-KR" altLang="en-US" sz="3200" dirty="0"/>
              <a:t> </a:t>
            </a:r>
            <a:r>
              <a:rPr lang="en-US" altLang="ko-KR" sz="3200" dirty="0"/>
              <a:t>Models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7836-D314-EA5A-3E86-6833F7D0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45FF2D-B9FD-5479-6B43-998D0F77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A645B9-9335-DABD-94CA-B743388F6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3954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E5BD-FF52-FE7C-30DD-676F5DFD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BC82F-0414-08D6-D5FA-801F302E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8EE8725-B5A4-9266-0B74-6A40F2B62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73829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C566-7964-D5DC-936E-3CCC7679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C65979-B1D7-BBEF-D138-A281A45B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930CE31-7BF8-7DF6-2A73-0038EFD52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08426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AD75-51F8-208D-AC07-F34659B9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4D3EF-2CAE-E0B5-F181-C30E8FC7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E7184040-7EC4-7E55-5BE7-9000D4ADD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61601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0C0C-A9E0-FBC7-ADB6-550EC52E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BAEAE-384C-04F8-7B23-5E5F072E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CCC03550-C7F4-6E84-FF93-DD1E41A72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0752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3762-3CDF-121B-84EA-DC8898E9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2A263-299E-1810-CFBC-10E38241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36387283-E193-56F5-F621-E2DEB7AEC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422199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6D41B-B7C9-B189-4568-B02C35E2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38D46-B01C-7852-D4C6-80A1C054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D39FA43E-7F5D-F91D-D64E-7D6C66910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673838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EC1B-8EFC-F4B2-BC05-3364344F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7060EF-5B61-2467-5FD5-4A44A386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D4CA9DF-065D-96CE-149C-D5D2870D1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58312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C38B-99B9-18DC-C9C4-B6BE1B1FB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80A39-4262-9FE0-B787-882D82C4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AD75DB4-7792-A1A2-0ADF-8085B75FE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932503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822E-EB53-1768-9770-499C0AED9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AAF13E-D1C5-286A-9CEE-6C8C8570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E527F17-C245-A721-B111-DAB0E0C41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264574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2CA6A-1DD1-068D-BD67-2D640776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ED38B-9A18-CAE2-55E8-AC7E337E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0947188-C46C-F5CB-B9FB-735428488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229958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E8764-A423-180F-9572-B75DFE80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5279CD-99FE-771B-8D27-041B1B6C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DDB12189-52D7-C467-EE7C-71E6FED23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675981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2049D-68ED-B109-321E-639F816F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2A4D2F-45D0-136C-DA82-3C0C1DAC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71229191-0114-5908-C570-449DAF9C9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432705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8640-A803-FEE6-13C1-2F0ABF79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4CD5A-0537-AFF9-3F2F-5A345D9A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B1485F1-E636-3885-F900-8D6046E2F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598246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7F20F-13C2-F271-3555-F22638DC6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90E123-2645-1BFF-E064-A507FB70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654DC2A-4602-F78F-CB65-371B0A514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581373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ED6C-62A2-9273-095F-D09421D4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7FB377-99E3-CEA7-2FD4-F2DA2946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50B2455A-BF1F-826D-1B94-2BF36E8E8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221611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9D297-1092-517E-2138-9218725C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8A4282-231E-B639-C105-B8B155B3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29524EB5-D799-4970-7DB4-64F061E34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613213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6B31-C7F1-C25C-78E3-94808BA2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47B7FB-EED9-4682-586A-5E2EF72A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4E990FA9-D0FE-3288-5DB5-EEBA3BEAA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521676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A652-C75E-4942-5BFF-5BB8CC7D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BF3EE-02AC-E9EE-58A6-2D58F3E4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DFAA657C-A9A5-B08C-7E22-EEA235E34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814796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85D6-7C7E-2CFE-640E-4F70384A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DDF44A-2933-4985-37E0-2E6EF5DED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5B786BCC-E9FE-CD57-4DC0-9C6A57E4D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501897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DD71-4348-FA96-A707-9926EF9A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1694B4-2242-991E-03B5-63E29843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70954120-5D50-F7F7-94D7-B10CFAAE2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762720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CD451-47B1-CCE0-B13F-E73E941DF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3D2690-179A-74A1-5DB5-FDA24EDF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9DAA9B8A-4EA7-7C3C-BFC9-4911BF89F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818391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55CB2-599C-CF52-0535-4F867F53B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B358DB-60F1-129B-C698-F2679ABB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9745DA7C-90B0-F4E7-9B21-35707F448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3729063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2AC49-E317-1897-87BB-34E11AB9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2681C8-3C7C-3523-26C8-49539FF4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FD6AEFCA-5262-882E-38ED-18465FC4DA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324" y="650432"/>
            <a:ext cx="9879351" cy="5557135"/>
          </a:xfrm>
        </p:spPr>
      </p:pic>
    </p:spTree>
    <p:extLst>
      <p:ext uri="{BB962C8B-B14F-4D97-AF65-F5344CB8AC3E}">
        <p14:creationId xmlns:p14="http://schemas.microsoft.com/office/powerpoint/2010/main" val="1192169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33</Words>
  <Application>Microsoft Office PowerPoint</Application>
  <PresentationFormat>와이드스크린</PresentationFormat>
  <Paragraphs>28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테마</vt:lpstr>
      <vt:lpstr>Autoregressive Models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38</cp:revision>
  <dcterms:created xsi:type="dcterms:W3CDTF">2025-03-09T02:43:38Z</dcterms:created>
  <dcterms:modified xsi:type="dcterms:W3CDTF">2026-01-18T12:09:39Z</dcterms:modified>
</cp:coreProperties>
</file>